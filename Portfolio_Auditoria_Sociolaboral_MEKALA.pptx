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12192000" cy="685800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23444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/>
            </a:pPr>
            <a:r>
              <a:t>AUDITORÍA</a:t>
            </a:r>
            <a:br/>
            <a:r>
              <a:t>SOCIOLABORAL</a:t>
            </a:r>
          </a:p>
          <a:p>
            <a:pPr>
              <a:defRPr sz="3000"/>
            </a:pPr>
            <a:r>
              <a:t>MEKALA S.L.</a:t>
            </a:r>
          </a:p>
          <a:p>
            <a:pPr>
              <a:defRPr sz="1600"/>
            </a:pPr>
            <a:r>
              <a:t>Proyecto académico convertido en portfolio profesional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3977639"/>
            <a:ext cx="3337560" cy="123444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Periodo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01/01/2023 — 31/12/2023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3977639"/>
            <a:ext cx="3337560" cy="123444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Alcance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13 áreas de riesgo sociolaboral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3977639"/>
            <a:ext cx="3337560" cy="123444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Resultado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Opinión por área + salvedades + recomendaciones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Auditoría Sociolaboral · Portfolio profesional   |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Qué demuestra este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Más que un TFM: un caso completo de análisis sociolaboral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554480"/>
            <a:ext cx="3520440" cy="18288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ANÁLISIS</a:t>
            </a:r>
          </a:p>
          <a:p>
            <a:pPr>
              <a:spcBef>
                <a:spcPts val="600"/>
              </a:spcBef>
              <a:defRPr sz="1200"/>
            </a:pPr>
            <a:r>
              <a:t>Revisión estructurada de documentación, procesos y áreas de riesgo.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554480"/>
            <a:ext cx="3520440" cy="18288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AUDITORÍA</a:t>
            </a:r>
          </a:p>
          <a:p>
            <a:pPr>
              <a:spcBef>
                <a:spcPts val="600"/>
              </a:spcBef>
              <a:defRPr sz="1200"/>
            </a:pPr>
            <a:r>
              <a:t>Aplicación de pruebas de cumplimiento y sustantivas, muestreo y evaluación del control interno.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1554480"/>
            <a:ext cx="3520440" cy="18288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CRITERIO</a:t>
            </a:r>
          </a:p>
          <a:p>
            <a:pPr>
              <a:spcBef>
                <a:spcPts val="600"/>
              </a:spcBef>
              <a:defRPr sz="1200"/>
            </a:pPr>
            <a:r>
              <a:t>Emisión de opiniones por área, identificación de salvedades y análisis de contingencias.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Competencias visibles: organización de información · pensamiento crítico · documentación técnica · detección de riesgos · comunicación de resultados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Auditoría Sociolaboral · Portfolio profesional   |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Contexto y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Auditoría sociolaboral de legalidad sobre MEKALA S.L.</a:t>
            </a:r>
          </a:p>
          <a:p>
            <a:pPr>
              <a:spcAft>
                <a:spcPts val="1200"/>
              </a:spcAft>
              <a:defRPr sz="1900"/>
            </a:pPr>
            <a:r>
              <a:t>Objetivo: verificar el grado de adecuación a la normativa sociolaboral dentro del alcance definido.</a:t>
            </a:r>
          </a:p>
          <a:p>
            <a:pPr>
              <a:spcAft>
                <a:spcPts val="1200"/>
              </a:spcAft>
              <a:defRPr sz="1900"/>
            </a:pPr>
            <a:r>
              <a:t>Periodo auditado: ejercicio 2023.</a:t>
            </a:r>
          </a:p>
          <a:p>
            <a:pPr>
              <a:spcAft>
                <a:spcPts val="1200"/>
              </a:spcAft>
              <a:defRPr sz="1900"/>
            </a:pPr>
            <a:r>
              <a:t>El encargo contempla una opinión técnica para cada área de riesgo: favorable, favorable con salvedades, desfavorable o denegada.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Auditoría Sociolaboral · Portfolio profesional   |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Alcance de la auditoría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13 áreas analizadas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29000" cy="80467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01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Obligaciones formales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17320"/>
            <a:ext cx="3429000" cy="80467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02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Socios, administradores y directivos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417320"/>
            <a:ext cx="3429000" cy="80467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03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Contratación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68880"/>
            <a:ext cx="3429000" cy="80467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04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Salarios y retribuciones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468880"/>
            <a:ext cx="3429000" cy="80467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05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Seguridad Social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2468880"/>
            <a:ext cx="3429000" cy="80467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06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Tiempo de trabajo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520439"/>
            <a:ext cx="3429000" cy="80467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07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Clasificación profesional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520439"/>
            <a:ext cx="3429000" cy="80467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08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Movilidad geográfica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520439"/>
            <a:ext cx="3429000" cy="80467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09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Modificación de condiciones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572000"/>
            <a:ext cx="3429000" cy="80467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10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Suspensiones y extinciones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572000"/>
            <a:ext cx="3429000" cy="80467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11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Representación legal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4572000"/>
            <a:ext cx="3429000" cy="80467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12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Prevención de riesgos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5623559"/>
            <a:ext cx="3429000" cy="80467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/>
            </a:pPr>
            <a:r>
              <a:rPr>
                <a:solidFill>
                  <a:schemeClr val="tx1"/>
                </a:solidFill>
              </a:rPr>
              <a:t>13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Contenciosos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232788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Auditoría Sociolaboral · Portfolio profesional   |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Metodología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4840" y="960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Del estudio preliminar al informe final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337560" cy="96012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>
                <a:solidFill>
                  <a:schemeClr val="tx1"/>
                </a:solidFill>
              </a:rPr>
              <a:t>1 · </a:t>
            </a:r>
            <a:r>
              <a:rPr dirty="0" err="1">
                <a:solidFill>
                  <a:schemeClr val="tx1"/>
                </a:solidFill>
              </a:rPr>
              <a:t>Estudio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preliminar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 sz="1100"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434840" y="1417320"/>
            <a:ext cx="3337560" cy="96012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2 · Solicitud y análisis documental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138160" y="1417320"/>
            <a:ext cx="3337560" cy="96012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3 · Planificación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337560" cy="96012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4 · Evaluación del control interno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34840" y="2743200"/>
            <a:ext cx="3337560" cy="96012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5 · Pruebas de cumplimiento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138160" y="2743200"/>
            <a:ext cx="3337560" cy="96012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6 · Pruebas sustantivas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3337560" cy="96012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7 · Trabajo in situ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34840" y="4069080"/>
            <a:ext cx="3337560" cy="96012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8 · Alegaciones y manifestaciones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138160" y="4069080"/>
            <a:ext cx="3337560" cy="96012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9 · Informe final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Auditoría Sociolaboral · Portfolio profesional   |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Evidencia y muestreo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Cómo se estructuró el trabajo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201168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EVIDENCIA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Documentación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Entrevistas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Observación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Confirmaciones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Cálculos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Análisis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508760"/>
            <a:ext cx="3337560" cy="201168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MUESTREO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Muestra representativa estratificada mediante técnica de descubrimiento.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08760"/>
            <a:ext cx="3337560" cy="201168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UNIVERSO</a:t>
            </a:r>
          </a:p>
          <a:p>
            <a:pPr>
              <a:spcBef>
                <a:spcPts val="600"/>
              </a:spcBef>
              <a:defRPr sz="1100"/>
            </a:pPr>
            <a:r>
              <a:rPr>
                <a:solidFill>
                  <a:schemeClr val="tx1"/>
                </a:solidFill>
              </a:rPr>
              <a:t>El informe señala un universo de 308 nóminas para las materias en las que se aplicó la muestra.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977639"/>
            <a:ext cx="10424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Nivel de confianza indicado: 90 % · desviación indicada: 0,30 %</a:t>
            </a:r>
          </a:p>
          <a:p>
            <a:pPr>
              <a:spcAft>
                <a:spcPts val="1200"/>
              </a:spcAft>
              <a:defRPr sz="1600"/>
            </a:pPr>
            <a:r>
              <a:t>El informe otorga al sistema de gestión y control interno un grado de confianza medio.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Auditoría Sociolaboral · Portfolio profesional   |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Resultados: mapa de opiniones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Lectura ejecutiva del informe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3063240" cy="210312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dirty="0">
                <a:solidFill>
                  <a:schemeClr val="tx1"/>
                </a:solidFill>
              </a:rPr>
              <a:t>FAVORABLE</a:t>
            </a:r>
          </a:p>
          <a:p>
            <a:pPr>
              <a:spcBef>
                <a:spcPts val="600"/>
              </a:spcBef>
              <a:defRPr sz="2200"/>
            </a:pPr>
            <a:r>
              <a:rPr dirty="0">
                <a:solidFill>
                  <a:schemeClr val="tx1"/>
                </a:solidFill>
              </a:rPr>
              <a:t>6 </a:t>
            </a:r>
            <a:r>
              <a:rPr dirty="0" err="1">
                <a:solidFill>
                  <a:schemeClr val="tx1"/>
                </a:solidFill>
              </a:rPr>
              <a:t>áreas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26280" y="1554480"/>
            <a:ext cx="3063240" cy="210312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 dirty="0">
                <a:solidFill>
                  <a:schemeClr val="tx1"/>
                </a:solidFill>
              </a:rPr>
              <a:t>CON SALVEDADES</a:t>
            </a:r>
          </a:p>
          <a:p>
            <a:pPr>
              <a:spcBef>
                <a:spcPts val="600"/>
              </a:spcBef>
              <a:defRPr sz="2200"/>
            </a:pPr>
            <a:r>
              <a:rPr dirty="0">
                <a:solidFill>
                  <a:schemeClr val="tx1"/>
                </a:solidFill>
              </a:rPr>
              <a:t>3 </a:t>
            </a:r>
            <a:r>
              <a:rPr dirty="0" err="1">
                <a:solidFill>
                  <a:schemeClr val="tx1"/>
                </a:solidFill>
              </a:rPr>
              <a:t>áreas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138160" y="1554480"/>
            <a:ext cx="3063240" cy="210312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rPr>
                <a:solidFill>
                  <a:schemeClr val="tx1"/>
                </a:solidFill>
              </a:rPr>
              <a:t>DESFAVORABLE</a:t>
            </a:r>
          </a:p>
          <a:p>
            <a:pPr>
              <a:spcBef>
                <a:spcPts val="600"/>
              </a:spcBef>
              <a:defRPr sz="2200"/>
            </a:pPr>
            <a:r>
              <a:rPr>
                <a:solidFill>
                  <a:schemeClr val="tx1"/>
                </a:solidFill>
              </a:rPr>
              <a:t>2 áreas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/>
            </a:pPr>
            <a:r>
              <a:t>Nota: el resumen sigue la clasificación presentada en el informe y no sustituye su lectura completa.</a:t>
            </a:r>
          </a:p>
          <a:p>
            <a:pPr>
              <a:spcAft>
                <a:spcPts val="1200"/>
              </a:spcAft>
              <a:defRPr sz="1400"/>
            </a:pPr>
            <a:r>
              <a:t>La documentación del proyecto conserva además las áreas de movilidad geográfica y contenciosos, cuya formulación debe interpretarse junto con el texto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Auditoría Sociolaboral · Portfolio profesional   |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Hallazgos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6280" y="960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Dónde se concentra el riesgo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141732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lang="es-ES" noProof="0">
                <a:solidFill>
                  <a:schemeClr val="tx1"/>
                </a:solidFill>
              </a:rPr>
              <a:t>TIEMPO DE TRABAJO</a:t>
            </a:r>
          </a:p>
          <a:p>
            <a:pPr>
              <a:spcBef>
                <a:spcPts val="600"/>
              </a:spcBef>
              <a:defRPr sz="1200"/>
            </a:pPr>
            <a:r>
              <a:rPr lang="es-ES" noProof="0" dirty="0">
                <a:solidFill>
                  <a:schemeClr val="tx1"/>
                </a:solidFill>
              </a:rPr>
              <a:t>Diferencias de jornada anual · ausencia de calendario aportado · ausencia de sistema de registro horario.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17320"/>
            <a:ext cx="5257800" cy="141732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MODIFICACIÓN DE CONDICIONES</a:t>
            </a:r>
          </a:p>
          <a:p>
            <a:pPr>
              <a:spcBef>
                <a:spcPts val="600"/>
              </a:spcBef>
              <a:defRPr sz="1200"/>
            </a:pPr>
            <a:r>
              <a:rPr>
                <a:solidFill>
                  <a:schemeClr val="tx1"/>
                </a:solidFill>
              </a:rPr>
              <a:t>Reducción salarial analizada bajo el marco del artículo 41 del Estatuto de los Trabajadores.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5257800" cy="141732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PREVENCIÓN</a:t>
            </a:r>
          </a:p>
          <a:p>
            <a:pPr>
              <a:spcBef>
                <a:spcPts val="600"/>
              </a:spcBef>
              <a:defRPr sz="1200"/>
            </a:pPr>
            <a:r>
              <a:rPr>
                <a:solidFill>
                  <a:schemeClr val="tx1"/>
                </a:solidFill>
              </a:rPr>
              <a:t>Actualización de formación y evaluación de riesgos · vigilancia de la salud · protección de la maternidad.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063240"/>
            <a:ext cx="5257800" cy="141732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DATOS BIOMÉTRICOS</a:t>
            </a:r>
          </a:p>
          <a:p>
            <a:pPr>
              <a:spcBef>
                <a:spcPts val="600"/>
              </a:spcBef>
              <a:defRPr sz="1200"/>
            </a:pPr>
            <a:r>
              <a:rPr>
                <a:solidFill>
                  <a:schemeClr val="tx1"/>
                </a:solidFill>
              </a:rPr>
              <a:t>Análisis de necesidad, proporcionalidad, minimización, seguridad y evaluación de impacto.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Auditoría Sociolaboral · Portfolio profesional   |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Matriz ejecutiva de riesgos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Síntesis para dirección / portfolio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291840" cy="6217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 err="1">
                <a:solidFill>
                  <a:schemeClr val="tx1"/>
                </a:solidFill>
              </a:rPr>
              <a:t>Obligaciones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formales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 sz="1000"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251960" y="1417320"/>
            <a:ext cx="2148840" cy="6217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 err="1">
                <a:solidFill>
                  <a:schemeClr val="tx1"/>
                </a:solidFill>
              </a:rPr>
              <a:t>Salvedades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 sz="1000"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629400" y="1417320"/>
            <a:ext cx="4800600" cy="6217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 dirty="0" err="1">
                <a:solidFill>
                  <a:schemeClr val="tx1"/>
                </a:solidFill>
              </a:rPr>
              <a:t>Documentación</a:t>
            </a:r>
            <a:r>
              <a:rPr dirty="0">
                <a:solidFill>
                  <a:schemeClr val="tx1"/>
                </a:solidFill>
              </a:rPr>
              <a:t> e </a:t>
            </a:r>
            <a:r>
              <a:rPr dirty="0" err="1">
                <a:solidFill>
                  <a:schemeClr val="tx1"/>
                </a:solidFill>
              </a:rPr>
              <a:t>información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 sz="1000"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258568"/>
            <a:ext cx="3291840" cy="6217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Tiempo de trabajo</a:t>
            </a:r>
          </a:p>
          <a:p>
            <a:pPr>
              <a:spcBef>
                <a:spcPts val="600"/>
              </a:spcBef>
              <a:defRPr sz="10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51960" y="2258568"/>
            <a:ext cx="2148840" cy="6217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Salvedades</a:t>
            </a:r>
          </a:p>
          <a:p>
            <a:pPr>
              <a:spcBef>
                <a:spcPts val="600"/>
              </a:spcBef>
              <a:defRPr sz="10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629400" y="2258568"/>
            <a:ext cx="4800600" cy="6217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Jornada · calendario · registro</a:t>
            </a:r>
          </a:p>
          <a:p>
            <a:pPr>
              <a:spcBef>
                <a:spcPts val="600"/>
              </a:spcBef>
              <a:defRPr sz="10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31520" y="3099816"/>
            <a:ext cx="3291840" cy="6217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Modificación de condiciones</a:t>
            </a:r>
          </a:p>
          <a:p>
            <a:pPr>
              <a:spcBef>
                <a:spcPts val="600"/>
              </a:spcBef>
              <a:defRPr sz="10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51960" y="3099816"/>
            <a:ext cx="2148840" cy="6217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Desfavorable</a:t>
            </a:r>
          </a:p>
          <a:p>
            <a:pPr>
              <a:spcBef>
                <a:spcPts val="600"/>
              </a:spcBef>
              <a:defRPr sz="10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29400" y="3099816"/>
            <a:ext cx="4800600" cy="6217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Procedimiento y justificación</a:t>
            </a:r>
          </a:p>
          <a:p>
            <a:pPr>
              <a:spcBef>
                <a:spcPts val="600"/>
              </a:spcBef>
              <a:defRPr sz="10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" y="3941064"/>
            <a:ext cx="3291840" cy="6217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Prevención</a:t>
            </a:r>
          </a:p>
          <a:p>
            <a:pPr>
              <a:spcBef>
                <a:spcPts val="600"/>
              </a:spcBef>
              <a:defRPr sz="10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251960" y="3941064"/>
            <a:ext cx="2148840" cy="6217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Desfavorable</a:t>
            </a:r>
          </a:p>
          <a:p>
            <a:pPr>
              <a:spcBef>
                <a:spcPts val="600"/>
              </a:spcBef>
              <a:defRPr sz="10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629400" y="3941064"/>
            <a:ext cx="4800600" cy="6217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Formación · evaluación · vigilancia</a:t>
            </a:r>
          </a:p>
          <a:p>
            <a:pPr>
              <a:spcBef>
                <a:spcPts val="600"/>
              </a:spcBef>
              <a:defRPr sz="10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" y="4782312"/>
            <a:ext cx="3291840" cy="6217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Datos biométricos</a:t>
            </a:r>
          </a:p>
          <a:p>
            <a:pPr>
              <a:spcBef>
                <a:spcPts val="600"/>
              </a:spcBef>
              <a:defRPr sz="10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251960" y="4782312"/>
            <a:ext cx="2148840" cy="6217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Recomendación</a:t>
            </a:r>
          </a:p>
          <a:p>
            <a:pPr>
              <a:spcBef>
                <a:spcPts val="600"/>
              </a:spcBef>
              <a:defRPr sz="10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629400" y="4782312"/>
            <a:ext cx="4800600" cy="6217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/>
            </a:pPr>
            <a:r>
              <a:rPr>
                <a:solidFill>
                  <a:schemeClr val="tx1"/>
                </a:solidFill>
              </a:rPr>
              <a:t>Base, necesidad y proporcionalidad</a:t>
            </a:r>
          </a:p>
          <a:p>
            <a:pPr>
              <a:spcBef>
                <a:spcPts val="600"/>
              </a:spcBef>
              <a:defRPr sz="10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Auditoría Sociolaboral · Portfolio profesional   |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De la detección a la acción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El proyecto no se queda en identificar problemas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t>Actualizar y documentar procesos de prevención y formación.</a:t>
            </a:r>
          </a:p>
          <a:p>
            <a:pPr>
              <a:spcAft>
                <a:spcPts val="1200"/>
              </a:spcAft>
              <a:defRPr sz="1700"/>
            </a:pPr>
            <a:r>
              <a:t>Reforzar la documentación de vacantes y determinadas obligaciones formales.</a:t>
            </a:r>
          </a:p>
          <a:p>
            <a:pPr>
              <a:spcAft>
                <a:spcPts val="1200"/>
              </a:spcAft>
              <a:defRPr sz="1700"/>
            </a:pPr>
            <a:r>
              <a:t>Revisar el sistema de registro de jornada y el calendario laboral.</a:t>
            </a:r>
          </a:p>
          <a:p>
            <a:pPr>
              <a:spcAft>
                <a:spcPts val="1200"/>
              </a:spcAft>
              <a:defRPr sz="1700"/>
            </a:pPr>
            <a:r>
              <a:t>Analizar y documentar adecuadamente las modificaciones sustanciales de condiciones.</a:t>
            </a:r>
          </a:p>
          <a:p>
            <a:pPr>
              <a:spcAft>
                <a:spcPts val="1200"/>
              </a:spcAft>
              <a:defRPr sz="1700"/>
            </a:pPr>
            <a:r>
              <a:t>Revisar los tratamientos de datos biométricos bajo los principios analizados en el informe.</a:t>
            </a:r>
          </a:p>
          <a:p>
            <a:pPr>
              <a:spcAft>
                <a:spcPts val="1200"/>
              </a:spcAft>
              <a:defRPr sz="1700"/>
            </a:pPr>
            <a:r>
              <a:t>Actualizar evaluaciones de riesgos y medidas específicas de protección.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Auditoría Sociolaboral · Portfolio profesional   |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Publicación responsable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Cómo convertir un trabajo real en portfolio sin exponer información sensible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22860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>
                <a:solidFill>
                  <a:schemeClr val="tx1"/>
                </a:solidFill>
              </a:rPr>
              <a:t>SÍ PUBLICAR</a:t>
            </a:r>
          </a:p>
          <a:p>
            <a:pPr>
              <a:spcBef>
                <a:spcPts val="600"/>
              </a:spcBef>
              <a:defRPr sz="1200"/>
            </a:pPr>
            <a:r>
              <a:rPr dirty="0" err="1">
                <a:solidFill>
                  <a:schemeClr val="tx1"/>
                </a:solidFill>
              </a:rPr>
              <a:t>Metodología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Resultados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agregados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Matrices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Plantillas </a:t>
            </a:r>
            <a:r>
              <a:rPr dirty="0" err="1">
                <a:solidFill>
                  <a:schemeClr val="tx1"/>
                </a:solidFill>
              </a:rPr>
              <a:t>ficticias</a:t>
            </a:r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Conclusiones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434840" y="1508760"/>
            <a:ext cx="3337560" cy="22860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NO PUBLICAR</a:t>
            </a:r>
          </a:p>
          <a:p>
            <a:pPr>
              <a:spcBef>
                <a:spcPts val="600"/>
              </a:spcBef>
              <a:defRPr sz="1200"/>
            </a:pPr>
            <a:r>
              <a:rPr>
                <a:solidFill>
                  <a:schemeClr val="tx1"/>
                </a:solidFill>
              </a:rPr>
              <a:t>Nóminas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Datos de salud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Biometría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Contratos firmados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Identificadores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508760"/>
            <a:ext cx="3337560" cy="228600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EN EL REPO</a:t>
            </a:r>
          </a:p>
          <a:p>
            <a:pPr>
              <a:spcBef>
                <a:spcPts val="600"/>
              </a:spcBef>
              <a:defRPr sz="1200"/>
            </a:pPr>
            <a:r>
              <a:rPr>
                <a:solidFill>
                  <a:schemeClr val="tx1"/>
                </a:solidFill>
              </a:rPr>
              <a:t>README profesional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Documentación Markdown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Evidencias anonimizadas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Notas de revisión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Auditoría Sociolaboral · Portfolio profesional   |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Competencias demostrables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Cómo traducir el proyecto al lenguaje de un portfolio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5074920" cy="658368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 dirty="0" err="1">
                <a:solidFill>
                  <a:schemeClr val="tx1"/>
                </a:solidFill>
              </a:rPr>
              <a:t>Auditoría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sociolaboral</a:t>
            </a:r>
            <a:endParaRPr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 sz="1100"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45352" y="1371600"/>
            <a:ext cx="5074920" cy="658368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Análisis normativo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286000"/>
            <a:ext cx="5074920" cy="658368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Evaluación de riesgos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63640" y="2286000"/>
            <a:ext cx="5074920" cy="658368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Control interno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3200400"/>
            <a:ext cx="5074920" cy="658368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Muestreo y pruebas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63640" y="3200400"/>
            <a:ext cx="5074920" cy="658368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Gestión documental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77240" y="4114800"/>
            <a:ext cx="5074920" cy="658368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Protección de datos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4114800"/>
            <a:ext cx="5074920" cy="658368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Redacción de informes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5029200"/>
            <a:ext cx="5074920" cy="658368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Presentación ejecutiva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5029200"/>
            <a:ext cx="5074920" cy="658368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rPr>
                <a:solidFill>
                  <a:schemeClr val="tx1"/>
                </a:solidFill>
              </a:rPr>
              <a:t>Pensamiento crítico</a:t>
            </a:r>
          </a:p>
          <a:p>
            <a:pPr>
              <a:spcBef>
                <a:spcPts val="600"/>
              </a:spcBef>
              <a:defRPr sz="1100"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Auditoría Sociolaboral · Portfolio profesional   |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Arquitectura del repositorio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5074920" cy="10789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>
                <a:solidFill>
                  <a:schemeClr val="tx1"/>
                </a:solidFill>
              </a:rPr>
              <a:t>README.md</a:t>
            </a:r>
          </a:p>
          <a:p>
            <a:pPr>
              <a:spcBef>
                <a:spcPts val="600"/>
              </a:spcBef>
              <a:defRPr sz="1000"/>
            </a:pPr>
            <a:r>
              <a:rPr>
                <a:solidFill>
                  <a:schemeClr val="tx1"/>
                </a:solidFill>
              </a:rPr>
              <a:t>Entrada principal · propuesta de valor · resultados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25880"/>
            <a:ext cx="5074920" cy="10789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>
                <a:solidFill>
                  <a:schemeClr val="tx1"/>
                </a:solidFill>
              </a:rPr>
              <a:t>docs/</a:t>
            </a:r>
          </a:p>
          <a:p>
            <a:pPr>
              <a:spcBef>
                <a:spcPts val="600"/>
              </a:spcBef>
              <a:defRPr sz="1000"/>
            </a:pPr>
            <a:r>
              <a:rPr>
                <a:solidFill>
                  <a:schemeClr val="tx1"/>
                </a:solidFill>
              </a:rPr>
              <a:t>Metodología · resultados · salvedades · consultoría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5074920" cy="10789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>
                <a:solidFill>
                  <a:schemeClr val="tx1"/>
                </a:solidFill>
              </a:rPr>
              <a:t>evidencias/</a:t>
            </a:r>
          </a:p>
          <a:p>
            <a:pPr>
              <a:spcBef>
                <a:spcPts val="600"/>
              </a:spcBef>
              <a:defRPr sz="1000"/>
            </a:pPr>
            <a:r>
              <a:rPr>
                <a:solidFill>
                  <a:schemeClr val="tx1"/>
                </a:solidFill>
              </a:rPr>
              <a:t>Ejemplos y evidencias anonimizadas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743200"/>
            <a:ext cx="5074920" cy="10789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>
                <a:solidFill>
                  <a:schemeClr val="tx1"/>
                </a:solidFill>
              </a:rPr>
              <a:t>normativa/</a:t>
            </a:r>
          </a:p>
          <a:p>
            <a:pPr>
              <a:spcBef>
                <a:spcPts val="600"/>
              </a:spcBef>
              <a:defRPr sz="1000"/>
            </a:pPr>
            <a:r>
              <a:rPr>
                <a:solidFill>
                  <a:schemeClr val="tx1"/>
                </a:solidFill>
              </a:rPr>
              <a:t>Referencias utilizadas y advertencias de vigencia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5074920" cy="10789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>
                <a:solidFill>
                  <a:schemeClr val="tx1"/>
                </a:solidFill>
              </a:rPr>
              <a:t>anexos/</a:t>
            </a:r>
          </a:p>
          <a:p>
            <a:pPr>
              <a:spcBef>
                <a:spcPts val="600"/>
              </a:spcBef>
              <a:defRPr sz="1000"/>
            </a:pPr>
            <a:r>
              <a:rPr>
                <a:solidFill>
                  <a:schemeClr val="tx1"/>
                </a:solidFill>
              </a:rPr>
              <a:t>Versión pública de los anexos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60520"/>
            <a:ext cx="5074920" cy="1078992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/>
            </a:pPr>
            <a:r>
              <a:rPr>
                <a:solidFill>
                  <a:schemeClr val="tx1"/>
                </a:solidFill>
              </a:rPr>
              <a:t>PRIVACIDAD.md</a:t>
            </a:r>
          </a:p>
          <a:p>
            <a:pPr>
              <a:spcBef>
                <a:spcPts val="600"/>
              </a:spcBef>
              <a:defRPr sz="1000"/>
            </a:pPr>
            <a:r>
              <a:rPr>
                <a:solidFill>
                  <a:schemeClr val="tx1"/>
                </a:solidFill>
              </a:rPr>
              <a:t>Criterios de publicación responsable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Auditoría Sociolaboral · Portfolio profesional   |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23444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UN PROYECTO QUE CONVIERTE</a:t>
            </a:r>
            <a:br/>
            <a:r>
              <a:t>ANÁLISIS EN DECISIONES</a:t>
            </a:r>
          </a:p>
          <a:p>
            <a:pPr>
              <a:defRPr sz="1900"/>
            </a:pPr>
            <a:r>
              <a:t>Auditoría · Riesgo · Cumplimiento · Recomendaciones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94760"/>
            <a:ext cx="10241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/>
            </a:pPr>
            <a:r>
              <a:rPr dirty="0" err="1"/>
              <a:t>Contenido</a:t>
            </a:r>
            <a:r>
              <a:rPr dirty="0"/>
              <a:t> </a:t>
            </a:r>
            <a:r>
              <a:rPr dirty="0" err="1"/>
              <a:t>basado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el TFM original</a:t>
            </a:r>
          </a:p>
          <a:p>
            <a:pPr>
              <a:spcAft>
                <a:spcPts val="1200"/>
              </a:spcAft>
              <a:defRPr sz="1700"/>
            </a:pPr>
            <a:r>
              <a:rPr dirty="0" err="1"/>
              <a:t>Información</a:t>
            </a:r>
            <a:r>
              <a:rPr dirty="0"/>
              <a:t> sensible </a:t>
            </a:r>
            <a:r>
              <a:rPr dirty="0" err="1"/>
              <a:t>excluida</a:t>
            </a:r>
            <a:r>
              <a:rPr dirty="0"/>
              <a:t> o </a:t>
            </a:r>
            <a:r>
              <a:rPr dirty="0" err="1"/>
              <a:t>anonimizada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r>
              <a:t>Auditoría Sociolaboral · Portfolio profesional   | 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877</Words>
  <Application>Microsoft Office PowerPoint</Application>
  <PresentationFormat>Widescreen</PresentationFormat>
  <Paragraphs>168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Argi D</cp:lastModifiedBy>
  <cp:revision>2</cp:revision>
  <cp:lastPrinted>2026-10-05T17:17:10Z</cp:lastPrinted>
  <dcterms:created xsi:type="dcterms:W3CDTF">2013-01-27T09:14:16Z</dcterms:created>
  <dcterms:modified xsi:type="dcterms:W3CDTF">2026-10-05T17:17:51Z</dcterms:modified>
  <cp:category/>
</cp:coreProperties>
</file>